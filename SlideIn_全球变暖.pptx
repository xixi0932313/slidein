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要点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（此处为「要点 A」的正文内容，由 LLM 生成。）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要点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（此处为「要点 B」的正文内容，由 LLM 生成。）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要点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（此处为「要点 C」的正文内容，由 LLM 生成。）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• 要点1</a:t>
            </a:r>
          </a:p>
          <a:p>
            <a:pPr>
              <a:spcBef>
                <a:spcPts val="600"/>
              </a:spcBef>
              <a:defRPr sz="1400"/>
            </a:pPr>
            <a:r>
              <a:t>• 要点2</a:t>
            </a:r>
          </a:p>
          <a:p>
            <a:pPr>
              <a:spcBef>
                <a:spcPts val="600"/>
              </a:spcBef>
              <a:defRPr sz="1400"/>
            </a:pPr>
            <a:r>
              <a:t>• 要点3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要点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（此处为「要点 A」的正文内容，由 LLM 生成。）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要点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（此处为「要点 B」的正文内容，由 LLM 生成。）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要点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（此处为「要点 C」的正文内容，由 LLM 生成。）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• 要点1</a:t>
            </a:r>
          </a:p>
          <a:p>
            <a:pPr>
              <a:spcBef>
                <a:spcPts val="600"/>
              </a:spcBef>
              <a:defRPr sz="1400"/>
            </a:pPr>
            <a:r>
              <a:t>• 要点2</a:t>
            </a:r>
          </a:p>
          <a:p>
            <a:pPr>
              <a:spcBef>
                <a:spcPts val="600"/>
              </a:spcBef>
              <a:defRPr sz="1400"/>
            </a:pPr>
            <a:r>
              <a:t>• 要点3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